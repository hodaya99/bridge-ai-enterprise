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גודל השוק  |  TAM – SAM – SOM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260604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9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45336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$800M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שוק כלי העזר למחפשי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– גלובלי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2606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69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1545336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$26M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ישראל: 144,000 מגישי יתר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$15 לחודש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2606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69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1545336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$180K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09360" y="2606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שנה 1: 1,000 משתמשים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משלמים (0.7% מ-SAM)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1E2050"/>
          </a:solidFill>
          <a:ln w="12700">
            <a:solidFill>
              <a:srgbClr val="1E2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מתחרים עיקריים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24528"/>
            <a:ext cx="2011680" cy="685800"/>
          </a:xfrm>
          <a:prstGeom prst="rect">
            <a:avLst/>
          </a:prstGeom>
          <a:solidFill>
            <a:srgbClr val="2E3470"/>
          </a:solidFill>
          <a:ln w="12700">
            <a:solidFill>
              <a:srgbClr val="3D4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42816"/>
            <a:ext cx="1920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Jobscan
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קו"ח ל-ATS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50592" y="4224528"/>
            <a:ext cx="2011680" cy="685800"/>
          </a:xfrm>
          <a:prstGeom prst="rect">
            <a:avLst/>
          </a:prstGeom>
          <a:solidFill>
            <a:srgbClr val="2E3470"/>
          </a:solidFill>
          <a:ln w="12700">
            <a:solidFill>
              <a:srgbClr val="3D4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6312" y="4242816"/>
            <a:ext cx="1920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
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הגשות + CRM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4224528"/>
            <a:ext cx="2011680" cy="685800"/>
          </a:xfrm>
          <a:prstGeom prst="rect">
            <a:avLst/>
          </a:prstGeom>
          <a:solidFill>
            <a:srgbClr val="2E3470"/>
          </a:solidFill>
          <a:ln w="12700">
            <a:solidFill>
              <a:srgbClr val="3D4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4242816"/>
            <a:ext cx="1920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
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מילוי טפסים אוטומטי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4224528"/>
            <a:ext cx="2011680" cy="685800"/>
          </a:xfrm>
          <a:prstGeom prst="rect">
            <a:avLst/>
          </a:prstGeom>
          <a:solidFill>
            <a:srgbClr val="2E3470"/>
          </a:solidFill>
          <a:ln w="12700">
            <a:solidFill>
              <a:srgbClr val="3D4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4242816"/>
            <a:ext cx="1920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Easy Apply
</a:t>
            </a:r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עצמה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7947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הפער: אף כלי לא נותן ציון התאמה לפני ההגשה, בזמן אמת ומהיר כמו Easy Apply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2026-05-04T08:37:57Z</dcterms:created>
  <dcterms:modified xsi:type="dcterms:W3CDTF">2026-05-04T08:37:57Z</dcterms:modified>
</cp:coreProperties>
</file>